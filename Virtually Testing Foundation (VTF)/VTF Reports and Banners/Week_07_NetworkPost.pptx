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Ubuntu"/>
      <p:regular r:id="rId7"/>
      <p:bold r:id="rId8"/>
      <p:italic r:id="rId9"/>
      <p:boldItalic r:id="rId10"/>
    </p:embeddedFont>
    <p:embeddedFont>
      <p:font typeface="Proxima Nova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font" Target="fonts/Ubuntu-bold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italic.fntdata"/><Relationship Id="rId15" Type="http://schemas.openxmlformats.org/officeDocument/2006/relationships/font" Target="fonts/Lor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Lora-boldItalic.fntdata"/><Relationship Id="rId7" Type="http://schemas.openxmlformats.org/officeDocument/2006/relationships/font" Target="fonts/Ubuntu-regular.fntdata"/><Relationship Id="rId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8ea4d4f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8ea4d4f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1549" l="25957" r="24805" t="0"/>
          <a:stretch/>
        </p:blipFill>
        <p:spPr>
          <a:xfrm>
            <a:off x="113332" y="4600501"/>
            <a:ext cx="532269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668000" y="4657275"/>
            <a:ext cx="1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"/>
                <a:ea typeface="Ubuntu"/>
                <a:cs typeface="Ubuntu"/>
                <a:sym typeface="Ubuntu"/>
              </a:rPr>
              <a:t>Virtually Testing Foundation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988250" y="169825"/>
            <a:ext cx="516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ora"/>
                <a:ea typeface="Lora"/>
                <a:cs typeface="Lora"/>
                <a:sym typeface="Lora"/>
              </a:rPr>
              <a:t>Week 7 as a Penetration Testing Intern</a:t>
            </a:r>
            <a:endParaRPr b="1" sz="21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 rot="10800000">
            <a:off x="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rot="10800000">
            <a:off x="2510100" y="677725"/>
            <a:ext cx="4202400" cy="0"/>
          </a:xfrm>
          <a:prstGeom prst="straightConnector1">
            <a:avLst/>
          </a:prstGeom>
          <a:noFill/>
          <a:ln cap="flat" cmpd="sng" w="19050">
            <a:solidFill>
              <a:srgbClr val="4287C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/>
          <p:nvPr/>
        </p:nvSpPr>
        <p:spPr>
          <a:xfrm>
            <a:off x="5646325" y="1382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646325" y="3105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498550" y="2049650"/>
            <a:ext cx="4412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Server-Side Request Forgery (SSRF)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Exploitation techniques of SSRF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Hands on practice on SSRF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Severity, risks, impact, and prevention of SSRF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 rot="10800000">
            <a:off x="911165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063" y="780350"/>
            <a:ext cx="3475127" cy="17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9825" y="2914925"/>
            <a:ext cx="3099598" cy="17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5646325" y="2522700"/>
            <a:ext cx="279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Server-Side Request Forgery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