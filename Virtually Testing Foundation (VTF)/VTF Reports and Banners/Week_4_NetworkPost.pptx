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3332" y="4600501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668000" y="4657275"/>
            <a:ext cx="1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88250" y="169825"/>
            <a:ext cx="516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Week 4 as a Penetration Testing Intern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 rot="10800000">
            <a:off x="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510100" y="677725"/>
            <a:ext cx="4202400" cy="0"/>
          </a:xfrm>
          <a:prstGeom prst="straightConnector1">
            <a:avLst/>
          </a:prstGeom>
          <a:noFill/>
          <a:ln cap="flat" cmpd="sng" w="19050">
            <a:solidFill>
              <a:srgbClr val="4287C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5646325" y="1382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646325" y="3105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449900" y="2049650"/>
            <a:ext cx="400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Open Redirect Vulnerability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EXIF Data Exposure Vulnerability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Detection, Impact and prevention of both vulnerabilities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Enumeration, methodology and mitigations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 rot="10800000">
            <a:off x="911165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250" y="1290626"/>
            <a:ext cx="4202400" cy="1201641"/>
          </a:xfrm>
          <a:prstGeom prst="rect">
            <a:avLst/>
          </a:prstGeom>
          <a:noFill/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3650" y="2914925"/>
            <a:ext cx="3374073" cy="174234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6371625" y="829850"/>
            <a:ext cx="12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EXIF Data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371625" y="2489950"/>
            <a:ext cx="23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Open Redirect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