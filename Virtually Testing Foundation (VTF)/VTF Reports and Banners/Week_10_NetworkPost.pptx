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Ubuntu"/>
      <p:regular r:id="rId7"/>
      <p:bold r:id="rId8"/>
      <p:italic r:id="rId9"/>
      <p:boldItalic r:id="rId10"/>
    </p:embeddedFont>
    <p:embeddedFont>
      <p:font typeface="Proxima Nova"/>
      <p:regular r:id="rId11"/>
      <p:bold r:id="rId12"/>
      <p:italic r:id="rId13"/>
      <p:boldItalic r:id="rId14"/>
    </p:embeddedFont>
    <p:embeddedFont>
      <p:font typeface="Lora"/>
      <p:regular r:id="rId15"/>
      <p:bold r:id="rId16"/>
      <p:italic r:id="rId17"/>
      <p:boldItalic r:id="rId18"/>
    </p:embeddedFont>
    <p:embeddedFont>
      <p:font typeface="Alfa Slab One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regular.fntdata"/><Relationship Id="rId10" Type="http://schemas.openxmlformats.org/officeDocument/2006/relationships/font" Target="fonts/Ubuntu-boldItalic.fntdata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Ubuntu-italic.fntdata"/><Relationship Id="rId15" Type="http://schemas.openxmlformats.org/officeDocument/2006/relationships/font" Target="fonts/Lora-regular.fntdata"/><Relationship Id="rId14" Type="http://schemas.openxmlformats.org/officeDocument/2006/relationships/font" Target="fonts/ProximaNova-boldItalic.fntdata"/><Relationship Id="rId17" Type="http://schemas.openxmlformats.org/officeDocument/2006/relationships/font" Target="fonts/Lora-italic.fntdata"/><Relationship Id="rId16" Type="http://schemas.openxmlformats.org/officeDocument/2006/relationships/font" Target="fonts/Lora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lfaSlabOne-regular.fntdata"/><Relationship Id="rId6" Type="http://schemas.openxmlformats.org/officeDocument/2006/relationships/slide" Target="slides/slide1.xml"/><Relationship Id="rId18" Type="http://schemas.openxmlformats.org/officeDocument/2006/relationships/font" Target="fonts/Lora-boldItalic.fntdata"/><Relationship Id="rId7" Type="http://schemas.openxmlformats.org/officeDocument/2006/relationships/font" Target="fonts/Ubuntu-regular.fntdata"/><Relationship Id="rId8" Type="http://schemas.openxmlformats.org/officeDocument/2006/relationships/font" Target="fonts/Ubuntu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f8ea4d4f91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f8ea4d4f9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31549" l="25957" r="24805" t="0"/>
          <a:stretch/>
        </p:blipFill>
        <p:spPr>
          <a:xfrm>
            <a:off x="113332" y="4600501"/>
            <a:ext cx="532269" cy="5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7668000" y="4657275"/>
            <a:ext cx="147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"/>
                <a:ea typeface="Ubuntu"/>
                <a:cs typeface="Ubuntu"/>
                <a:sym typeface="Ubuntu"/>
              </a:rPr>
              <a:t>Virtually Testing Foundation</a:t>
            </a:r>
            <a:endParaRPr sz="12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677675" y="169825"/>
            <a:ext cx="5478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Lora"/>
                <a:ea typeface="Lora"/>
                <a:cs typeface="Lora"/>
                <a:sym typeface="Lora"/>
              </a:rPr>
              <a:t>Week 10 as a Penetration Testing Intern</a:t>
            </a:r>
            <a:endParaRPr b="1" sz="21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59" name="Google Shape;59;p13"/>
          <p:cNvCxnSpPr/>
          <p:nvPr/>
        </p:nvCxnSpPr>
        <p:spPr>
          <a:xfrm rot="10800000">
            <a:off x="0" y="-5500"/>
            <a:ext cx="0" cy="5157000"/>
          </a:xfrm>
          <a:prstGeom prst="straightConnector1">
            <a:avLst/>
          </a:prstGeom>
          <a:noFill/>
          <a:ln cap="flat" cmpd="sng" w="76200">
            <a:solidFill>
              <a:srgbClr val="4287C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 rot="10800000">
            <a:off x="2510100" y="677725"/>
            <a:ext cx="4202400" cy="0"/>
          </a:xfrm>
          <a:prstGeom prst="straightConnector1">
            <a:avLst/>
          </a:prstGeom>
          <a:noFill/>
          <a:ln cap="flat" cmpd="sng" w="19050">
            <a:solidFill>
              <a:srgbClr val="4287C8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/>
          <p:nvPr/>
        </p:nvSpPr>
        <p:spPr>
          <a:xfrm>
            <a:off x="5646325" y="1382175"/>
            <a:ext cx="2646600" cy="108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AC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5646325" y="3105175"/>
            <a:ext cx="2646600" cy="108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AC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828775" y="2049650"/>
            <a:ext cx="3626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Solving web application based CTF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Nuclei Vulnerability Scanner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Automated tools and its use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Nuclei templates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Nuclei functionalities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64" name="Google Shape;64;p13"/>
          <p:cNvCxnSpPr/>
          <p:nvPr/>
        </p:nvCxnSpPr>
        <p:spPr>
          <a:xfrm rot="10800000">
            <a:off x="9111650" y="-5500"/>
            <a:ext cx="0" cy="5157000"/>
          </a:xfrm>
          <a:prstGeom prst="straightConnector1">
            <a:avLst/>
          </a:prstGeom>
          <a:noFill/>
          <a:ln cap="flat" cmpd="sng" w="76200">
            <a:solidFill>
              <a:srgbClr val="4287C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7035" y="884475"/>
            <a:ext cx="3232449" cy="168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 rotWithShape="1">
          <a:blip r:embed="rId5">
            <a:alphaModFix/>
          </a:blip>
          <a:srcRect b="40440" l="0" r="0" t="0"/>
          <a:stretch/>
        </p:blipFill>
        <p:spPr>
          <a:xfrm>
            <a:off x="3969123" y="2910300"/>
            <a:ext cx="4899602" cy="1641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