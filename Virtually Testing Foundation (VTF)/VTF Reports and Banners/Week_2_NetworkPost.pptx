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87C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53900" y="424500"/>
            <a:ext cx="8236200" cy="429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AC6F3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18475" y="3760125"/>
            <a:ext cx="617050" cy="5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53900" y="4304800"/>
            <a:ext cx="217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roxima Nova"/>
                <a:ea typeface="Proxima Nova"/>
                <a:cs typeface="Proxima Nova"/>
                <a:sym typeface="Proxima Nova"/>
              </a:rPr>
              <a:t>Virtually Testing Foundation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70375" y="2079150"/>
            <a:ext cx="3966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Creating reports for penetration testing and bug bounty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HTML Injection attacks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Clickjacking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349850" y="610325"/>
            <a:ext cx="6444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This week I learned about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436650" y="1162600"/>
            <a:ext cx="8270700" cy="0"/>
          </a:xfrm>
          <a:prstGeom prst="straightConnector1">
            <a:avLst/>
          </a:prstGeom>
          <a:noFill/>
          <a:ln cap="flat" cmpd="sng" w="28575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3"/>
          <p:cNvSpPr txBox="1"/>
          <p:nvPr/>
        </p:nvSpPr>
        <p:spPr>
          <a:xfrm>
            <a:off x="6133950" y="2470788"/>
            <a:ext cx="16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Clickjacking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133950" y="4370175"/>
            <a:ext cx="16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HTML Injection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5800" y="2942175"/>
            <a:ext cx="2932826" cy="1356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800" y="1206976"/>
            <a:ext cx="2932828" cy="13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