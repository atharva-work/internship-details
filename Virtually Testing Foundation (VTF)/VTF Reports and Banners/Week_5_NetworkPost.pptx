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88250" y="169825"/>
            <a:ext cx="516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5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46325" y="35742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535025" y="2049650"/>
            <a:ext cx="3919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Cross-Origin Resource Sharing (CORS)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How CORS works?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Exploiting CORS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Severity of CORS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Impact and prevention of CORS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4325" y="829400"/>
            <a:ext cx="3857858" cy="17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5646325" y="2571750"/>
            <a:ext cx="3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Cross-Origin Resource Sharing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0636" y="2971950"/>
            <a:ext cx="3105199" cy="17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