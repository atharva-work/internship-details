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87C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0"/>
            <a:ext cx="9144000" cy="50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AC6F3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689657" y="610326"/>
            <a:ext cx="532269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7111900" y="616138"/>
            <a:ext cx="191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Virtually Testing Foundation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831500" y="2048400"/>
            <a:ext cx="39660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Cross-Site </a:t>
            </a:r>
            <a:r>
              <a:rPr lang="en" sz="1300">
                <a:latin typeface="Ubuntu"/>
                <a:ea typeface="Ubuntu"/>
                <a:cs typeface="Ubuntu"/>
                <a:sym typeface="Ubuntu"/>
              </a:rPr>
              <a:t>Scripting (XSS)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Types of XSS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Reflected XSS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Stored XSS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DOM XSS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</a:pPr>
            <a:r>
              <a:rPr lang="en" sz="1300">
                <a:latin typeface="Ubuntu"/>
                <a:ea typeface="Ubuntu"/>
                <a:cs typeface="Ubuntu"/>
                <a:sym typeface="Ubuntu"/>
              </a:rPr>
              <a:t>Severity and impact of XSS</a:t>
            </a:r>
            <a:endParaRPr sz="13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238450" y="654700"/>
            <a:ext cx="4667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This week I learned about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436650" y="1162600"/>
            <a:ext cx="8270700" cy="0"/>
          </a:xfrm>
          <a:prstGeom prst="straightConnector1">
            <a:avLst/>
          </a:prstGeom>
          <a:noFill/>
          <a:ln cap="flat" cmpd="sng" w="28575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/>
          <p:nvPr/>
        </p:nvCxnSpPr>
        <p:spPr>
          <a:xfrm>
            <a:off x="4565400" y="1154725"/>
            <a:ext cx="12300" cy="3609300"/>
          </a:xfrm>
          <a:prstGeom prst="straightConnector1">
            <a:avLst/>
          </a:prstGeom>
          <a:noFill/>
          <a:ln cap="flat" cmpd="sng" w="28575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3"/>
          <p:cNvSpPr/>
          <p:nvPr/>
        </p:nvSpPr>
        <p:spPr>
          <a:xfrm>
            <a:off x="5646325" y="1630150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7025" y="1417950"/>
            <a:ext cx="3600325" cy="1682750"/>
          </a:xfrm>
          <a:prstGeom prst="rect">
            <a:avLst/>
          </a:prstGeom>
          <a:noFill/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3"/>
          <p:cNvSpPr txBox="1"/>
          <p:nvPr/>
        </p:nvSpPr>
        <p:spPr>
          <a:xfrm>
            <a:off x="5511738" y="3142150"/>
            <a:ext cx="27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Cross-Site Scripting (XSS)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8350" y="3583800"/>
            <a:ext cx="417110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